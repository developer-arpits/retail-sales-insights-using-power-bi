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BC1F-A768-0720-8131-62E3C7E62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82D78-4614-5363-029F-CA6E355EE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1783F-2A37-BB0E-9C52-F35841DB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21DC6-66E8-14E1-B00D-9F0F1ECBC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77C89-7A75-BEDF-2F57-9A71221D6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33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1E38-DB3F-A87C-7573-14260D3B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14B3-379E-EB33-749E-E35F84836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FC573-3D93-8364-A1AA-5AA1536D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45334-F073-DE59-E6DA-AF96D33AB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96CD6-A461-9564-CFF2-A0EA29A3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87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7293-FC2B-C6B8-A7ED-1D940884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DCE20-AD4A-B838-0830-9C8D4B74A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58F58-C1C2-8EF1-BC03-967D88D6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B15CD-D6A6-255A-26E7-DFD5F62E9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23298-7589-D164-E5DD-EDC95D8C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60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14F7-F361-0116-C9B2-E31435C6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DE679-7745-493A-0D0E-7E7B4D33B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B1E34-8AD4-AC49-F93D-F2942114E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9BD6E-21B1-8010-BC7B-9A51D771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08015-8A71-9883-8449-F00E46B0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B7E3C-D1FB-AA29-0246-4AF6D8B1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45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0B6C-7B3F-2D0C-8835-27819408D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188CC-08A2-A11D-BBB0-E56C54521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F104E-2640-3447-544A-A4995D1DA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AB449-5587-F5D1-10B8-6012105DB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FF5D4-F255-F6D7-D8D1-A8DA15CB0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1B932A-347A-5D38-813B-FFFBF813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86741-87C4-67C1-CD26-40734696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F8DBB-7982-3537-97D1-3EF5E6983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10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4B021-5B87-1693-6344-266AD9C5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02F92-1884-C91A-8B98-0C9CE02A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9DE9B-1B58-D7A3-24B6-09DF01E4E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82197-E5D1-3E77-FA96-E1E37638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6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A9EDF-FA35-5F45-063F-24B20462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833FD-BFF6-A161-FB8E-07B21E015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65A33-6932-06E9-83BD-9F908B74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5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5ECD-AC52-81DD-B38F-1E8037C86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3B1E-B009-4EDC-E819-A918F7753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10861-AE8E-9552-ADE5-EFCC3A6EE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B1363-5AD5-E987-0968-D63D4638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CF066-7B18-E6D3-E024-83F74AF20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58929-1DB6-339D-020F-302E156A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220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ED6D-5D0F-D827-CA88-4D35961AB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B625BD-481F-DEF2-15DE-104E4887E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4B1A3-DA23-23F0-CAE6-C80C5A9AC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8F944-B050-10C1-BC4B-6FF6210B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75A5F-EFB4-0933-D614-E5E0B8187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0874C-8D40-7746-D1B0-44B77456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5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6521-A65C-5779-A942-C65B88CA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22A4F-C5E4-F9DA-7CF9-1C0B2931A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C216E-2F3B-8F95-906F-89CBC1AB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38433-4C74-16AE-71B4-5B0EB3E49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8CFF-17FD-5644-C9B9-1C061590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82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F14C04-CB2F-B38B-25F2-F028618FED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39965-3C44-132C-1FE5-E0B9989E1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7884B-08C0-F1A2-BE36-C727172B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EA670-C71D-0C52-D404-E0D8010B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F6EDA-1381-DAB3-6B11-09A9BF03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98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60DE9-6DB0-C61C-D47C-F68AD509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391A0-AC6C-D30E-5F25-158DDDB2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BAE4-C2C5-430C-3E5E-3F4237BC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AB795-0915-42AB-9EA4-A8D41B9A746C}" type="datetimeFigureOut">
              <a:rPr lang="en-IN" smtClean="0"/>
              <a:t>27-06-2026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DA3C6-27F5-1197-5C3E-4D5D750E3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951F4-EA52-818F-9589-28D177005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5D5A0-1046-4040-A07B-05DADC0524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06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abac.org/blog/power-bi-component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82D93-677C-B11F-3F55-4D11BA93B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5249" r="12388" b="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9B0C2-6599-447D-C8CF-8D1D33178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IN" sz="4800" b="1">
                <a:solidFill>
                  <a:schemeClr val="bg1"/>
                </a:solidFill>
              </a:rPr>
              <a:t>Retail Sales Analysis Dashboard</a:t>
            </a:r>
            <a:br>
              <a:rPr lang="en-IN" sz="4800">
                <a:solidFill>
                  <a:schemeClr val="bg1"/>
                </a:solidFill>
              </a:rPr>
            </a:br>
            <a:endParaRPr lang="en-IN" sz="48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1C5DF-8D0D-40D1-0EAE-C67B33481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chemeClr val="bg1"/>
                </a:solidFill>
              </a:rPr>
              <a:t>By: Arpit Vishwakarma</a:t>
            </a:r>
          </a:p>
          <a:p>
            <a:pPr algn="l"/>
            <a:r>
              <a:rPr lang="en-IN" sz="2000">
                <a:solidFill>
                  <a:schemeClr val="bg1"/>
                </a:solidFill>
              </a:rPr>
              <a:t>Data Analyst Portfolio Project</a:t>
            </a:r>
          </a:p>
          <a:p>
            <a:pPr algn="l"/>
            <a:endParaRPr lang="en-IN" sz="200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8D3D89-456E-2773-B1EB-CC44A0204F5A}"/>
              </a:ext>
            </a:extLst>
          </p:cNvPr>
          <p:cNvSpPr txBox="1"/>
          <p:nvPr/>
        </p:nvSpPr>
        <p:spPr>
          <a:xfrm>
            <a:off x="9759924" y="6657945"/>
            <a:ext cx="243207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3" tooltip="https://iabac.org/blog/power-bi-compone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N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CCA2B2-FC56-B40F-9EFD-B36808711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70889"/>
            <a:ext cx="10905066" cy="5316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23DEFC-6DAE-3D40-4EEE-FA475C3B18E5}"/>
              </a:ext>
            </a:extLst>
          </p:cNvPr>
          <p:cNvSpPr txBox="1"/>
          <p:nvPr/>
        </p:nvSpPr>
        <p:spPr>
          <a:xfrm>
            <a:off x="550605" y="4875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</a:t>
            </a:r>
            <a:r>
              <a:rPr lang="en-IN" dirty="0"/>
              <a:t>ow Data Of Retail Sales </a:t>
            </a:r>
          </a:p>
        </p:txBody>
      </p:sp>
    </p:spTree>
    <p:extLst>
      <p:ext uri="{BB962C8B-B14F-4D97-AF65-F5344CB8AC3E}">
        <p14:creationId xmlns:p14="http://schemas.microsoft.com/office/powerpoint/2010/main" val="201117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C27CC-E474-7DD0-7821-53DCDC214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05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61738C-93B1-E563-183F-70164FFD3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15" y="457200"/>
            <a:ext cx="1061357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60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A22585-ACBE-7360-44E8-16D962C19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192"/>
            <a:ext cx="12192000" cy="643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3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Retail Sales Analysis Dashboard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Arpit Vishwakarma</dc:creator>
  <cp:lastModifiedBy>Arpit Vishwakarma</cp:lastModifiedBy>
  <cp:revision>1</cp:revision>
  <dcterms:created xsi:type="dcterms:W3CDTF">2026-06-27T13:44:32Z</dcterms:created>
  <dcterms:modified xsi:type="dcterms:W3CDTF">2026-06-27T14:01:11Z</dcterms:modified>
</cp:coreProperties>
</file>